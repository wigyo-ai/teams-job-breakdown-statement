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 snapToObjects="1">
      <p:cViewPr varScale="1">
        <p:scale>
          <a:sx n="111" d="100"/>
          <a:sy n="111" d="100"/>
        </p:scale>
        <p:origin x="8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</a:rPr>
              <a:t>JBS Automation Platform — Workflow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0"/>
            <a:ext cx="11731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Certis Security  ·  H2O.ai Enterprise Platform  ·  5-Phase Conversational Interview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2936269"/>
            <a:ext cx="2809494" cy="982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2762648"/>
            <a:ext cx="2809494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4904" y="3055141"/>
            <a:ext cx="256032" cy="25603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45997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User Sends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" y="3356893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Security personnel send a message via WhatsApp or Telegram to initiate or continue a JBS interview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2686" y="2936269"/>
            <a:ext cx="2809494" cy="1033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2686" y="2762648"/>
            <a:ext cx="2809494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48990" y="3055141"/>
            <a:ext cx="256032" cy="25603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8174" y="3045997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Webhook Validates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990" y="3356893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Webhook Service receives the event and verifies HMAC-SHA256 signature (WhatsApp) or Telegram token to prevent spoofing.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6772" y="2936269"/>
            <a:ext cx="2809494" cy="105155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6772" y="2762648"/>
            <a:ext cx="2809494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23076" y="3055141"/>
            <a:ext cx="256032" cy="25603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2260" y="3045997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Forward to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3356893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Validated payload normalised to internal schema (channel, user_id, text, reply_to) and POSTed to the Conversation Orchestrator.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0858" y="2936269"/>
            <a:ext cx="2809494" cy="105155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50858" y="2762648"/>
            <a:ext cx="2809494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7162" y="3055141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6346" y="3045997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Session Loaded &amp; Phase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7162" y="3356893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Orchestrator loads lightweight session from SQLite (phase + collected fields). Turn history lives natively in h2oGPTe — no Redis pod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4322911"/>
            <a:ext cx="2809494" cy="982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4149289"/>
            <a:ext cx="2809494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74904" y="4441783"/>
            <a:ext cx="256032" cy="25603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432639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Prompt Built &amp; h2oGPTe Called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" y="4743535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dirty="0">
                <a:solidFill>
                  <a:srgbClr val="6B7280"/>
                </a:solidFill>
              </a:rPr>
              <a:t>Phase-specific system prompt assembled with anti-hallucination rules. Sent to h2oGPTe with </a:t>
            </a:r>
            <a:r>
              <a:rPr sz="780" dirty="0" err="1">
                <a:solidFill>
                  <a:srgbClr val="6B7280"/>
                </a:solidFill>
              </a:rPr>
              <a:t>conversation_id</a:t>
            </a:r>
            <a:r>
              <a:rPr sz="780" dirty="0">
                <a:solidFill>
                  <a:srgbClr val="6B7280"/>
                </a:solidFill>
              </a:rPr>
              <a:t> for RAG vector search.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2686" y="4322911"/>
            <a:ext cx="2809494" cy="10332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2686" y="4149289"/>
            <a:ext cx="2809494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48990" y="4441783"/>
            <a:ext cx="256032" cy="25603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8174" y="4432639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RAG Vector Search + LLM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990" y="4743535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h2oGPTe retrieves relevant SOP chunks from the site-category collection (Corporate / Aviation / Industrial / Maritime / Retail) via hnswlib.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6772" y="4322911"/>
            <a:ext cx="2809494" cy="10332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76772" y="4149289"/>
            <a:ext cx="2809494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323076" y="4441783"/>
            <a:ext cx="256032" cy="25603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2260" y="4432639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Response Returned to 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3076" y="4743535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Orchestrator saves updated phase state. LLM reply sent back through Webhook Service via WhatsApp Cloud API or Telegram sendMessage.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50858" y="4322911"/>
            <a:ext cx="2809494" cy="10332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50858" y="4149289"/>
            <a:ext cx="2809494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97162" y="4441783"/>
            <a:ext cx="256032" cy="25603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6346" y="4432639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Phase 4: Mozart Reference Lookup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7162" y="4743535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Orchestrator calls Mozart REST API with the user-provided Site ID to fetch linked reference documents (SOPs, Emergency Plans).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" y="5686410"/>
            <a:ext cx="2809494" cy="982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28600" y="5501213"/>
            <a:ext cx="2809494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74904" y="5805282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" y="5796138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Phase 5: Document Generation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" y="6107034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dirty="0">
                <a:solidFill>
                  <a:srgbClr val="6B7280"/>
                </a:solidFill>
              </a:rPr>
              <a:t>On user APPROVE in Phase 5, Orchestrator assembles the complete JBS JSON payload and calls the Document Generator service.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2686" y="5686410"/>
            <a:ext cx="2809494" cy="982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202686" y="5501213"/>
            <a:ext cx="2809494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348990" y="5805282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8174" y="5796138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.docx Rendered &amp; Uploaded to S3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48990" y="6107034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dirty="0">
                <a:solidFill>
                  <a:srgbClr val="6B7280"/>
                </a:solidFill>
              </a:rPr>
              <a:t>python-docx renders JBS JSON into the corporate Word template. File uploaded to S3 and a 15-minute </a:t>
            </a:r>
            <a:r>
              <a:rPr sz="780" dirty="0" err="1">
                <a:solidFill>
                  <a:srgbClr val="6B7280"/>
                </a:solidFill>
              </a:rPr>
              <a:t>presigned</a:t>
            </a:r>
            <a:r>
              <a:rPr sz="780" dirty="0">
                <a:solidFill>
                  <a:srgbClr val="6B7280"/>
                </a:solidFill>
              </a:rPr>
              <a:t> download URL sent to user.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6772" y="5686410"/>
            <a:ext cx="2809494" cy="982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6772" y="5501213"/>
            <a:ext cx="2809494" cy="50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23076" y="580528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52260" y="5796138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Daily SharePoint Sync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3076" y="6107034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CronJob at 02:00 UTC pulls changed SOPs from SharePoint via Microsoft Graph API. H2O Document AI OCRs, chunks and ingests into h2oGPTe collections.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50858" y="5674832"/>
            <a:ext cx="2809494" cy="9829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150858" y="5501214"/>
            <a:ext cx="2809494" cy="502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297162" y="5793707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6346" y="5784563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Admin Monitoring &amp; Control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97162" y="6107034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H2O Wave Admin Dashboard (HAIC App Store) monitors active interviews and triggers syncs. H2O MLOps tracks latency, error rate, and drift.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" y="7496922"/>
            <a:ext cx="11731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5E7EB"/>
                </a:solidFill>
              </a:rPr>
              <a:t>Each step card is independently moveable  ·  Certis Security JBS Platform  ·  H2O.ai Enterprise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370</Words>
  <Application>Microsoft Macintosh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Luke McCoy</cp:lastModifiedBy>
  <cp:revision>2</cp:revision>
  <dcterms:created xsi:type="dcterms:W3CDTF">2013-01-27T09:14:16Z</dcterms:created>
  <dcterms:modified xsi:type="dcterms:W3CDTF">2026-03-24T05:17:16Z</dcterms:modified>
  <cp:category/>
</cp:coreProperties>
</file>